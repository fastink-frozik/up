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5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6F9EB-EB1D-99FC-425B-8A54A7DFE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704320" cy="2533419"/>
          </a:xfrm>
        </p:spPr>
        <p:txBody>
          <a:bodyPr/>
          <a:lstStyle/>
          <a:p>
            <a:r>
              <a:rPr lang="ru-RU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Информационная система магазина игр</a:t>
            </a:r>
            <a:br>
              <a:rPr lang="ru-RU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«Доски &amp; кубики»</a:t>
            </a: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1EB0BA-BF15-09D7-F52E-534BE8EAA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8107" y="4324582"/>
            <a:ext cx="7766936" cy="1096899"/>
          </a:xfrm>
        </p:spPr>
        <p:txBody>
          <a:bodyPr/>
          <a:lstStyle/>
          <a:p>
            <a:r>
              <a:rPr lang="ru-RU" dirty="0"/>
              <a:t>Студент: Калинин И.М.</a:t>
            </a:r>
            <a:br>
              <a:rPr lang="ru-RU" dirty="0"/>
            </a:br>
            <a:r>
              <a:rPr lang="ru-RU" dirty="0"/>
              <a:t>Группа: ИСП-24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86453-D8D2-B5D3-5066-DC833F8CF170}"/>
              </a:ext>
            </a:extLst>
          </p:cNvPr>
          <p:cNvSpPr txBox="1"/>
          <p:nvPr/>
        </p:nvSpPr>
        <p:spPr>
          <a:xfrm>
            <a:off x="5445760" y="6026763"/>
            <a:ext cx="611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2026 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57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5385E-54FC-30C8-4A47-7ED12C6F7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38082" y="0"/>
            <a:ext cx="7766936" cy="1646302"/>
          </a:xfrm>
        </p:spPr>
        <p:txBody>
          <a:bodyPr/>
          <a:lstStyle/>
          <a:p>
            <a:r>
              <a:rPr lang="ru-RU" b="1" dirty="0"/>
              <a:t>Цель работы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4BB45A-50E1-84EA-32FF-6C89F41D5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221" y="1135696"/>
            <a:ext cx="7766936" cy="1096899"/>
          </a:xfrm>
        </p:spPr>
        <p:txBody>
          <a:bodyPr/>
          <a:lstStyle/>
          <a:p>
            <a:pPr algn="l"/>
            <a:r>
              <a:rPr lang="ru-RU" dirty="0"/>
              <a:t>Разработать информационную систему на Python с </a:t>
            </a:r>
            <a:r>
              <a:rPr lang="ru-RU" dirty="0" err="1"/>
              <a:t>Tkinter</a:t>
            </a:r>
            <a:r>
              <a:rPr lang="ru-RU" dirty="0"/>
              <a:t> для автоматизации работы магазина игр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FB84B-28AB-6F1E-3F5B-0EF9ADD6F630}"/>
              </a:ext>
            </a:extLst>
          </p:cNvPr>
          <p:cNvSpPr txBox="1"/>
          <p:nvPr/>
        </p:nvSpPr>
        <p:spPr>
          <a:xfrm>
            <a:off x="992221" y="2818889"/>
            <a:ext cx="7480570" cy="2826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ru-RU" sz="2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бизнес-процессы (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Draw.io</a:t>
            </a:r>
            <a:r>
              <a:rPr lang="ru-RU" sz="2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ru-RU" sz="2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структуру БД (</a:t>
            </a:r>
            <a:r>
              <a:rPr lang="ru-RU" sz="2400" b="0" i="0" dirty="0" err="1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ru-RU" sz="2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графический интерфейс (</a:t>
            </a:r>
            <a:r>
              <a:rPr lang="ru-RU" sz="2400" b="0" i="0" dirty="0" err="1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ru-RU" sz="2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ru-RU" sz="2400" b="0" i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2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CRUD-операции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240654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FDBD4-9D19-7A3B-E526-DC762F888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854" y="63966"/>
            <a:ext cx="7766936" cy="1646302"/>
          </a:xfrm>
        </p:spPr>
        <p:txBody>
          <a:bodyPr/>
          <a:lstStyle/>
          <a:p>
            <a:r>
              <a:rPr lang="ru-RU" b="1" dirty="0"/>
              <a:t>Стек технологий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FCBC333-0E6A-35B8-9214-01C254256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103177"/>
              </p:ext>
            </p:extLst>
          </p:nvPr>
        </p:nvGraphicFramePr>
        <p:xfrm>
          <a:off x="845225" y="1868503"/>
          <a:ext cx="9806562" cy="397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3281">
                  <a:extLst>
                    <a:ext uri="{9D8B030D-6E8A-4147-A177-3AD203B41FA5}">
                      <a16:colId xmlns:a16="http://schemas.microsoft.com/office/drawing/2014/main" val="212772197"/>
                    </a:ext>
                  </a:extLst>
                </a:gridCol>
                <a:gridCol w="4903281">
                  <a:extLst>
                    <a:ext uri="{9D8B030D-6E8A-4147-A177-3AD203B41FA5}">
                      <a16:colId xmlns:a16="http://schemas.microsoft.com/office/drawing/2014/main" val="3537454404"/>
                    </a:ext>
                  </a:extLst>
                </a:gridCol>
              </a:tblGrid>
              <a:tr h="56826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Компонент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Технология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114871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Язык программирования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Python 3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92081011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GUI </a:t>
                      </a:r>
                      <a:r>
                        <a:rPr lang="ru-RU" b="0">
                          <a:effectLst/>
                          <a:latin typeface="quote-cjk-patch"/>
                        </a:rPr>
                        <a:t>библиотека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>
                          <a:effectLst/>
                          <a:latin typeface="quote-cjk-patch"/>
                        </a:rPr>
                        <a:t>Tkinter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/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sqlite3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50594356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База данных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SQLite3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74102725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СУБД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SQLite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01175656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Система контроля версий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GitHub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06976248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Проектирование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u="none" strike="noStrike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Draw.io</a:t>
                      </a:r>
                      <a:endParaRPr lang="en-US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84795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26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DCC2C-BF0C-8605-04F7-937EFF95B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3331" y="44952"/>
            <a:ext cx="7766936" cy="1646302"/>
          </a:xfrm>
        </p:spPr>
        <p:txBody>
          <a:bodyPr/>
          <a:lstStyle/>
          <a:p>
            <a:r>
              <a:rPr lang="ru-RU" b="1" dirty="0"/>
              <a:t>Бизнес-процессы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75ED35-AB5B-B957-213B-28A5FF401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5199" y="685062"/>
            <a:ext cx="7766936" cy="1096899"/>
          </a:xfrm>
        </p:spPr>
        <p:txBody>
          <a:bodyPr/>
          <a:lstStyle/>
          <a:p>
            <a:r>
              <a:rPr lang="ru-RU" dirty="0"/>
              <a:t>Схемы </a:t>
            </a:r>
            <a:r>
              <a:rPr lang="en-US" dirty="0"/>
              <a:t>Draw.io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9AB8A5-9277-1867-4828-484F940DC538}"/>
              </a:ext>
            </a:extLst>
          </p:cNvPr>
          <p:cNvSpPr txBox="1"/>
          <p:nvPr/>
        </p:nvSpPr>
        <p:spPr>
          <a:xfrm>
            <a:off x="3954294" y="1412629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Авторизация / регистрация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B33E06F-F5EE-13E2-BDC6-28C3FA8B3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26" y="2698819"/>
            <a:ext cx="10684747" cy="255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1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8DF67-9A3A-E463-A8DA-0085309C9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7935" y="-183023"/>
            <a:ext cx="7766936" cy="164630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AFB906-3C88-D9BA-E4D7-BA5D9AD95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9735" y="1356271"/>
            <a:ext cx="4449083" cy="472529"/>
          </a:xfrm>
        </p:spPr>
        <p:txBody>
          <a:bodyPr>
            <a:normAutofit/>
          </a:bodyPr>
          <a:lstStyle/>
          <a:p>
            <a:r>
              <a:rPr lang="ru-RU" sz="2400" dirty="0"/>
              <a:t>Определение вида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D6CD7A-B1A0-C31A-724C-D053DBCBA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735" y="2124982"/>
            <a:ext cx="5632113" cy="394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62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BCBFD4-D2BB-5F37-61A7-4C5555C25D9C}"/>
              </a:ext>
            </a:extLst>
          </p:cNvPr>
          <p:cNvSpPr txBox="1"/>
          <p:nvPr/>
        </p:nvSpPr>
        <p:spPr>
          <a:xfrm>
            <a:off x="3280654" y="1252433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Оформление заказа покупателем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ED3145-6C81-5F25-FF8C-4A3DCA6FD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01" y="2650584"/>
            <a:ext cx="4676775" cy="27241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5986AC-E1F9-2663-9D8A-826321C80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696" y="2565771"/>
            <a:ext cx="31242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7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6B7C32-9715-AAD9-4534-8F3CB929A5F0}"/>
              </a:ext>
            </a:extLst>
          </p:cNvPr>
          <p:cNvSpPr txBox="1"/>
          <p:nvPr/>
        </p:nvSpPr>
        <p:spPr>
          <a:xfrm>
            <a:off x="3280654" y="1252433"/>
            <a:ext cx="6719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Изменение, добавление и удаление товаров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1EE96D-AD07-F966-059B-310D7CC3C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814" y="2529495"/>
            <a:ext cx="55245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1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38DCEA-BFC7-E7E2-B54A-827FA66A3ECB}"/>
              </a:ext>
            </a:extLst>
          </p:cNvPr>
          <p:cNvSpPr txBox="1"/>
          <p:nvPr/>
        </p:nvSpPr>
        <p:spPr>
          <a:xfrm>
            <a:off x="3280654" y="1252433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Принятие заказа сотрудником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748E0F-72CD-4E62-DA14-827748876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473" y="2273291"/>
            <a:ext cx="5425501" cy="343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4F9B39-2E51-2757-C4E3-9D31170CAF6C}"/>
              </a:ext>
            </a:extLst>
          </p:cNvPr>
          <p:cNvSpPr txBox="1"/>
          <p:nvPr/>
        </p:nvSpPr>
        <p:spPr>
          <a:xfrm>
            <a:off x="1780162" y="1252433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Редактирование вида пользователей и их удаление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8E6889-D7C4-E870-625A-F20018EF7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534" y="2221477"/>
            <a:ext cx="6564549" cy="41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05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CC80DF-3F42-B5AC-1598-826BDF20B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36" y="868103"/>
            <a:ext cx="8445331" cy="5697736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5F96E1-82DA-DFA5-B21E-5613380AE601}"/>
              </a:ext>
            </a:extLst>
          </p:cNvPr>
          <p:cNvSpPr txBox="1">
            <a:spLocks/>
          </p:cNvSpPr>
          <p:nvPr/>
        </p:nvSpPr>
        <p:spPr>
          <a:xfrm>
            <a:off x="1283331" y="44952"/>
            <a:ext cx="7766936" cy="164630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/>
              <a:t>Структура базы данных</a:t>
            </a:r>
          </a:p>
          <a:p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65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5C4682-DC05-433A-6959-05539945D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6" y="1077034"/>
            <a:ext cx="9296400" cy="24860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60F4EC-E515-F4B2-584E-9D4A99785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045" y="4530353"/>
            <a:ext cx="8458200" cy="1571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561363-9C87-7DEE-DD04-DD36169D543D}"/>
              </a:ext>
            </a:extLst>
          </p:cNvPr>
          <p:cNvSpPr txBox="1"/>
          <p:nvPr/>
        </p:nvSpPr>
        <p:spPr>
          <a:xfrm>
            <a:off x="1536971" y="525189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Структура таблицы игр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3DA37-1D7D-FC43-18AF-E91F5C241536}"/>
              </a:ext>
            </a:extLst>
          </p:cNvPr>
          <p:cNvSpPr txBox="1"/>
          <p:nvPr/>
        </p:nvSpPr>
        <p:spPr>
          <a:xfrm>
            <a:off x="3745149" y="3815873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Структура таблицы корзина</a:t>
            </a:r>
          </a:p>
        </p:txBody>
      </p:sp>
    </p:spTree>
    <p:extLst>
      <p:ext uri="{BB962C8B-B14F-4D97-AF65-F5344CB8AC3E}">
        <p14:creationId xmlns:p14="http://schemas.microsoft.com/office/powerpoint/2010/main" val="290008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5867BB-5552-74EF-7E74-605021B08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42" y="657326"/>
            <a:ext cx="8591550" cy="23526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4DAE57-88D8-7C1E-3508-85650603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051" y="4114699"/>
            <a:ext cx="8896350" cy="2085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5947EC-4C4C-57C6-1AF5-D7BCB3199532}"/>
              </a:ext>
            </a:extLst>
          </p:cNvPr>
          <p:cNvSpPr txBox="1"/>
          <p:nvPr/>
        </p:nvSpPr>
        <p:spPr>
          <a:xfrm>
            <a:off x="1079770" y="62219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Структура таблицы списка заказов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813B94-7F71-D4C0-B87E-D32B5F50E87F}"/>
              </a:ext>
            </a:extLst>
          </p:cNvPr>
          <p:cNvSpPr txBox="1"/>
          <p:nvPr/>
        </p:nvSpPr>
        <p:spPr>
          <a:xfrm>
            <a:off x="2915055" y="3386335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Структура таблицы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583955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899C89-D72B-A100-0C34-62217BA26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73" y="1819883"/>
            <a:ext cx="3590925" cy="3952875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0DAAE20-CB8C-16F2-15C6-8A995CAE6ACA}"/>
              </a:ext>
            </a:extLst>
          </p:cNvPr>
          <p:cNvSpPr txBox="1">
            <a:spLocks/>
          </p:cNvSpPr>
          <p:nvPr/>
        </p:nvSpPr>
        <p:spPr>
          <a:xfrm>
            <a:off x="4425064" y="71798"/>
            <a:ext cx="7766936" cy="164630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/>
              <a:t>Программа</a:t>
            </a:r>
          </a:p>
          <a:p>
            <a:br>
              <a:rPr lang="ru-RU" b="1" dirty="0"/>
            </a:b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20276-5805-422B-B7E0-6F75169ED2FC}"/>
              </a:ext>
            </a:extLst>
          </p:cNvPr>
          <p:cNvSpPr txBox="1"/>
          <p:nvPr/>
        </p:nvSpPr>
        <p:spPr>
          <a:xfrm>
            <a:off x="4751456" y="664117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Авторизация</a:t>
            </a:r>
          </a:p>
        </p:txBody>
      </p:sp>
    </p:spTree>
    <p:extLst>
      <p:ext uri="{BB962C8B-B14F-4D97-AF65-F5344CB8AC3E}">
        <p14:creationId xmlns:p14="http://schemas.microsoft.com/office/powerpoint/2010/main" val="27148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90E267-062E-3B3E-B575-4E64CEFA3851}"/>
              </a:ext>
            </a:extLst>
          </p:cNvPr>
          <p:cNvSpPr txBox="1"/>
          <p:nvPr/>
        </p:nvSpPr>
        <p:spPr>
          <a:xfrm>
            <a:off x="4708389" y="58561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Регистрация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9861A5-60C6-5DC4-6DC5-800BDF43F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892" y="2113535"/>
            <a:ext cx="4722645" cy="21621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528932-4E68-E45B-F84E-0F1003907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37" y="1883427"/>
            <a:ext cx="4330026" cy="260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34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2E2E4B-6C75-9562-B742-41143919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6" y="1910953"/>
            <a:ext cx="5812659" cy="35154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132522-D529-8755-8A1D-3BDE267DCFCE}"/>
              </a:ext>
            </a:extLst>
          </p:cNvPr>
          <p:cNvSpPr txBox="1"/>
          <p:nvPr/>
        </p:nvSpPr>
        <p:spPr>
          <a:xfrm>
            <a:off x="467132" y="128099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Заходы под разными видами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89E9BA-E583-5F38-4243-76C141F68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251" y="-4700"/>
            <a:ext cx="5411617" cy="30916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EDD8E5-FB5A-072A-E35F-06E21D5F1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532" y="3219714"/>
            <a:ext cx="5688759" cy="34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74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A8D851-A2B9-D683-CDDB-352CD4AC2C18}"/>
              </a:ext>
            </a:extLst>
          </p:cNvPr>
          <p:cNvSpPr txBox="1"/>
          <p:nvPr/>
        </p:nvSpPr>
        <p:spPr>
          <a:xfrm>
            <a:off x="554681" y="478295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Окно изменения вида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0FC17E-8A9C-751B-3D3A-7121EB8C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878" y="1738161"/>
            <a:ext cx="4692637" cy="338167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11B9097-C723-D556-45D3-7045183C8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9" y="1738161"/>
            <a:ext cx="4692637" cy="338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72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A2DFD5-0470-02E8-EB10-25E8BE9E0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54" y="1324178"/>
            <a:ext cx="4781550" cy="5143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382CE7-7609-6D1E-8CC4-B6278082D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693" y="1324178"/>
            <a:ext cx="478155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F7FD97-DC02-247F-F60B-48CF4CF5CFE6}"/>
              </a:ext>
            </a:extLst>
          </p:cNvPr>
          <p:cNvSpPr txBox="1"/>
          <p:nvPr/>
        </p:nvSpPr>
        <p:spPr>
          <a:xfrm>
            <a:off x="1624723" y="390322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Окна изменения и добавления игр</a:t>
            </a:r>
          </a:p>
        </p:txBody>
      </p:sp>
    </p:spTree>
    <p:extLst>
      <p:ext uri="{BB962C8B-B14F-4D97-AF65-F5344CB8AC3E}">
        <p14:creationId xmlns:p14="http://schemas.microsoft.com/office/powerpoint/2010/main" val="136149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EDB5C3-BE80-9483-1B59-73A0AB362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7" y="2062262"/>
            <a:ext cx="5918200" cy="424977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39AC07-DB82-3879-0339-F8881B3DB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115" y="2062262"/>
            <a:ext cx="5918200" cy="4249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11406C-FC39-6BBB-CF33-E554DEB1D5C1}"/>
              </a:ext>
            </a:extLst>
          </p:cNvPr>
          <p:cNvSpPr txBox="1"/>
          <p:nvPr/>
        </p:nvSpPr>
        <p:spPr>
          <a:xfrm>
            <a:off x="1867915" y="730789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Окна просмотра заказов</a:t>
            </a:r>
          </a:p>
        </p:txBody>
      </p:sp>
    </p:spTree>
    <p:extLst>
      <p:ext uri="{BB962C8B-B14F-4D97-AF65-F5344CB8AC3E}">
        <p14:creationId xmlns:p14="http://schemas.microsoft.com/office/powerpoint/2010/main" val="2160950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C2739F-D2BC-2AA6-11A9-ADA697B63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243" y="1411726"/>
            <a:ext cx="71628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06505F-7144-316A-5486-D437DC5ACF36}"/>
              </a:ext>
            </a:extLst>
          </p:cNvPr>
          <p:cNvSpPr txBox="1"/>
          <p:nvPr/>
        </p:nvSpPr>
        <p:spPr>
          <a:xfrm>
            <a:off x="5194774" y="750244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Окно корзины</a:t>
            </a:r>
          </a:p>
        </p:txBody>
      </p:sp>
    </p:spTree>
    <p:extLst>
      <p:ext uri="{BB962C8B-B14F-4D97-AF65-F5344CB8AC3E}">
        <p14:creationId xmlns:p14="http://schemas.microsoft.com/office/powerpoint/2010/main" val="1634616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8B05BD-3D2F-BD9F-B626-18BCCB681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791" y="2101174"/>
            <a:ext cx="3735421" cy="3735421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51D771E-F46B-7449-FF67-57A4946D3149}"/>
              </a:ext>
            </a:extLst>
          </p:cNvPr>
          <p:cNvSpPr txBox="1">
            <a:spLocks/>
          </p:cNvSpPr>
          <p:nvPr/>
        </p:nvSpPr>
        <p:spPr>
          <a:xfrm>
            <a:off x="1098204" y="334445"/>
            <a:ext cx="7766936" cy="164630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/>
              <a:t>Ссылка на репозиторий</a:t>
            </a:r>
          </a:p>
          <a:p>
            <a:br>
              <a:rPr lang="ru-RU" b="1" dirty="0"/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CBF4E-B471-D9BF-AFE7-73A10F11E9AE}"/>
              </a:ext>
            </a:extLst>
          </p:cNvPr>
          <p:cNvSpPr txBox="1"/>
          <p:nvPr/>
        </p:nvSpPr>
        <p:spPr>
          <a:xfrm>
            <a:off x="515770" y="2812509"/>
            <a:ext cx="7599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https://github.com/fastink-frozik/UP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77590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F8511-5B1D-A5AC-5CB6-6D8BA166E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9206" y="1460950"/>
            <a:ext cx="9689469" cy="1646302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66C25F-48F8-ACD9-23E8-BE020118E0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39551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</TotalTime>
  <Words>171</Words>
  <Application>Microsoft Office PowerPoint</Application>
  <PresentationFormat>Широкоэкранный</PresentationFormat>
  <Paragraphs>52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quote-cjk-patch</vt:lpstr>
      <vt:lpstr>Times New Roman</vt:lpstr>
      <vt:lpstr>Trebuchet MS</vt:lpstr>
      <vt:lpstr>Wingdings 3</vt:lpstr>
      <vt:lpstr>Аспект</vt:lpstr>
      <vt:lpstr>Информационная система магазина игр «Доски &amp; кубики»</vt:lpstr>
      <vt:lpstr>Цель работы </vt:lpstr>
      <vt:lpstr>Стек технологий </vt:lpstr>
      <vt:lpstr>Бизнес-процессы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JetGame</dc:creator>
  <cp:lastModifiedBy>JetGame</cp:lastModifiedBy>
  <cp:revision>2</cp:revision>
  <dcterms:created xsi:type="dcterms:W3CDTF">2026-05-15T09:48:18Z</dcterms:created>
  <dcterms:modified xsi:type="dcterms:W3CDTF">2026-05-15T11:41:56Z</dcterms:modified>
</cp:coreProperties>
</file>